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4" r:id="rId7"/>
    <p:sldId id="265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9" autoAdjust="0"/>
    <p:restoredTop sz="94660"/>
  </p:normalViewPr>
  <p:slideViewPr>
    <p:cSldViewPr snapToGrid="0">
      <p:cViewPr varScale="1">
        <p:scale>
          <a:sx n="55" d="100"/>
          <a:sy n="55" d="100"/>
        </p:scale>
        <p:origin x="48" y="7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B73E9-5489-44AA-891D-B6CAFE4F236F}" type="datetimeFigureOut">
              <a:rPr lang="ko-KR" altLang="en-US" smtClean="0"/>
              <a:t>2023-11-15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E63D6-8EDA-4916-A6A2-82F72D921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1255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B73E9-5489-44AA-891D-B6CAFE4F236F}" type="datetimeFigureOut">
              <a:rPr lang="ko-KR" altLang="en-US" smtClean="0"/>
              <a:t>2023-11-15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E63D6-8EDA-4916-A6A2-82F72D921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4963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B73E9-5489-44AA-891D-B6CAFE4F236F}" type="datetimeFigureOut">
              <a:rPr lang="ko-KR" altLang="en-US" smtClean="0"/>
              <a:t>2023-11-15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E63D6-8EDA-4916-A6A2-82F72D921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0730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B73E9-5489-44AA-891D-B6CAFE4F236F}" type="datetimeFigureOut">
              <a:rPr lang="ko-KR" altLang="en-US" smtClean="0"/>
              <a:t>2023-11-15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E63D6-8EDA-4916-A6A2-82F72D921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132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B73E9-5489-44AA-891D-B6CAFE4F236F}" type="datetimeFigureOut">
              <a:rPr lang="ko-KR" altLang="en-US" smtClean="0"/>
              <a:t>2023-11-15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E63D6-8EDA-4916-A6A2-82F72D921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3054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B73E9-5489-44AA-891D-B6CAFE4F236F}" type="datetimeFigureOut">
              <a:rPr lang="ko-KR" altLang="en-US" smtClean="0"/>
              <a:t>2023-11-15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E63D6-8EDA-4916-A6A2-82F72D921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9998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B73E9-5489-44AA-891D-B6CAFE4F236F}" type="datetimeFigureOut">
              <a:rPr lang="ko-KR" altLang="en-US" smtClean="0"/>
              <a:t>2023-11-15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E63D6-8EDA-4916-A6A2-82F72D921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3563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B73E9-5489-44AA-891D-B6CAFE4F236F}" type="datetimeFigureOut">
              <a:rPr lang="ko-KR" altLang="en-US" smtClean="0"/>
              <a:t>2023-11-15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E63D6-8EDA-4916-A6A2-82F72D921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8630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B73E9-5489-44AA-891D-B6CAFE4F236F}" type="datetimeFigureOut">
              <a:rPr lang="ko-KR" altLang="en-US" smtClean="0"/>
              <a:t>2023-11-15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E63D6-8EDA-4916-A6A2-82F72D921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4140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B73E9-5489-44AA-891D-B6CAFE4F236F}" type="datetimeFigureOut">
              <a:rPr lang="ko-KR" altLang="en-US" smtClean="0"/>
              <a:t>2023-11-15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E63D6-8EDA-4916-A6A2-82F72D921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229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B73E9-5489-44AA-891D-B6CAFE4F236F}" type="datetimeFigureOut">
              <a:rPr lang="ko-KR" altLang="en-US" smtClean="0"/>
              <a:t>2023-11-15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E63D6-8EDA-4916-A6A2-82F72D921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1534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2B73E9-5489-44AA-891D-B6CAFE4F236F}" type="datetimeFigureOut">
              <a:rPr lang="ko-KR" altLang="en-US" smtClean="0"/>
              <a:t>2023-11-15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DE63D6-8EDA-4916-A6A2-82F72D921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15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/>
              <a:t>신규 인력 </a:t>
            </a:r>
            <a:r>
              <a:rPr lang="en-US" altLang="ko-KR" dirty="0" smtClean="0"/>
              <a:t>OJT </a:t>
            </a:r>
            <a:r>
              <a:rPr lang="ko-KR" altLang="en-US" dirty="0" smtClean="0"/>
              <a:t>계획서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4565868"/>
            <a:ext cx="9144000" cy="673400"/>
          </a:xfrm>
        </p:spPr>
        <p:txBody>
          <a:bodyPr/>
          <a:lstStyle/>
          <a:p>
            <a:r>
              <a:rPr lang="ko-KR" altLang="en-US" dirty="0" err="1" smtClean="0"/>
              <a:t>로봇개발팀</a:t>
            </a:r>
            <a:r>
              <a:rPr lang="ko-KR" altLang="en-US" dirty="0" smtClean="0"/>
              <a:t> 알고리즘파트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49028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내용 개체 틀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8288773"/>
              </p:ext>
            </p:extLst>
          </p:nvPr>
        </p:nvGraphicFramePr>
        <p:xfrm>
          <a:off x="126023" y="24817"/>
          <a:ext cx="11972193" cy="6802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3839">
                  <a:extLst>
                    <a:ext uri="{9D8B030D-6E8A-4147-A177-3AD203B41FA5}">
                      <a16:colId xmlns:a16="http://schemas.microsoft.com/office/drawing/2014/main" val="3275263574"/>
                    </a:ext>
                  </a:extLst>
                </a:gridCol>
                <a:gridCol w="7969738">
                  <a:extLst>
                    <a:ext uri="{9D8B030D-6E8A-4147-A177-3AD203B41FA5}">
                      <a16:colId xmlns:a16="http://schemas.microsoft.com/office/drawing/2014/main" val="2648771423"/>
                    </a:ext>
                  </a:extLst>
                </a:gridCol>
                <a:gridCol w="2598616">
                  <a:extLst>
                    <a:ext uri="{9D8B030D-6E8A-4147-A177-3AD203B41FA5}">
                      <a16:colId xmlns:a16="http://schemas.microsoft.com/office/drawing/2014/main" val="965885116"/>
                    </a:ext>
                  </a:extLst>
                </a:gridCol>
              </a:tblGrid>
              <a:tr h="337776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OJT 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일정표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4666638"/>
                  </a:ext>
                </a:extLst>
              </a:tr>
              <a:tr h="33777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주차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교육 내용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비고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300944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주차</a:t>
                      </a:r>
                      <a:endParaRPr lang="en-US" altLang="ko-KR" sz="110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(2023-11-13~</a:t>
                      </a:r>
                    </a:p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2023-11-17)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□ 로봇알고리즘 파트 직무 소개 및 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OJT 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계획 공유</a:t>
                      </a:r>
                      <a:endParaRPr lang="en-US" altLang="ko-KR" sz="110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    - 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진행 과제 소개</a:t>
                      </a:r>
                      <a:endParaRPr lang="en-US" altLang="ko-KR" sz="110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    - OJT</a:t>
                      </a: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aseline="0" dirty="0" smtClean="0">
                          <a:solidFill>
                            <a:schemeClr val="tx1"/>
                          </a:solidFill>
                        </a:rPr>
                        <a:t>계획 공유</a:t>
                      </a: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baseline="0" dirty="0" smtClean="0">
                          <a:solidFill>
                            <a:schemeClr val="tx1"/>
                          </a:solidFill>
                        </a:rPr>
                        <a:t>목표 </a:t>
                      </a: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100" baseline="0" dirty="0" smtClean="0">
                          <a:solidFill>
                            <a:schemeClr val="tx1"/>
                          </a:solidFill>
                        </a:rPr>
                        <a:t>일정 </a:t>
                      </a: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100" baseline="0" dirty="0" smtClean="0">
                          <a:solidFill>
                            <a:schemeClr val="tx1"/>
                          </a:solidFill>
                        </a:rPr>
                        <a:t>방법</a:t>
                      </a: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100" baseline="0" dirty="0" smtClean="0">
                          <a:solidFill>
                            <a:schemeClr val="tx1"/>
                          </a:solidFill>
                        </a:rPr>
                        <a:t> 및 개발 환경 구축</a:t>
                      </a:r>
                      <a:endParaRPr lang="en-US" altLang="ko-KR" sz="11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114437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주차</a:t>
                      </a:r>
                      <a:endParaRPr lang="en-US" altLang="ko-KR" sz="110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(2023-11-20~</a:t>
                      </a:r>
                    </a:p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2023-11-24)</a:t>
                      </a:r>
                      <a:endParaRPr lang="ko-KR" altLang="en-US" sz="11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□ 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6 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축 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serial link robot kinematic modeling</a:t>
                      </a:r>
                    </a:p>
                    <a:p>
                      <a:pPr algn="l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    - Standard</a:t>
                      </a: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DH parameters &amp;</a:t>
                      </a: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</a:rPr>
                        <a:t> Forward kinematic modeling(SE(3))</a:t>
                      </a:r>
                      <a:endParaRPr lang="en-US" altLang="ko-KR" sz="110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    - Closed</a:t>
                      </a: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</a:rPr>
                        <a:t> form of inverse kinematic solution</a:t>
                      </a:r>
                    </a:p>
                    <a:p>
                      <a:pPr algn="l" latinLnBrk="1"/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</a:rPr>
                        <a:t>    - Iterative form of inverse kinematic solution</a:t>
                      </a:r>
                    </a:p>
                    <a:p>
                      <a:pPr algn="l" latinLnBrk="1"/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</a:rPr>
                        <a:t>    - Kinematic calibration</a:t>
                      </a:r>
                      <a:endParaRPr lang="ko-KR" altLang="en-US" sz="110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8227703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주차</a:t>
                      </a:r>
                      <a:endParaRPr lang="en-US" altLang="ko-KR" sz="110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(2023-11-27~</a:t>
                      </a:r>
                    </a:p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2023-12-01)</a:t>
                      </a:r>
                      <a:endParaRPr lang="ko-KR" altLang="en-US" sz="11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□ 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6 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축 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serial link robot dynamic modeling</a:t>
                      </a:r>
                    </a:p>
                    <a:p>
                      <a:pPr algn="l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    - Dynamic parameters of robot links</a:t>
                      </a:r>
                    </a:p>
                    <a:p>
                      <a:pPr algn="l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    - RNE method vs Lagrange</a:t>
                      </a: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</a:rPr>
                        <a:t> method</a:t>
                      </a:r>
                      <a:endParaRPr lang="en-US" altLang="ko-KR" sz="110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    - Linear regression form</a:t>
                      </a:r>
                    </a:p>
                    <a:p>
                      <a:pPr algn="l" latinLnBrk="1"/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</a:rPr>
                        <a:t>    - Dynamic parameters(with payload) identification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368149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주차</a:t>
                      </a:r>
                      <a:endParaRPr lang="en-US" altLang="ko-KR" sz="110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(2023-12-04~</a:t>
                      </a:r>
                    </a:p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2023-12-08)</a:t>
                      </a:r>
                      <a:endParaRPr lang="ko-KR" altLang="en-US" sz="11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□ 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6 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축 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serial link robot force control</a:t>
                      </a:r>
                    </a:p>
                    <a:p>
                      <a:pPr algn="l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    - Statics vs Dynamics</a:t>
                      </a:r>
                    </a:p>
                    <a:p>
                      <a:pPr algn="l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    - Direct force control</a:t>
                      </a:r>
                    </a:p>
                    <a:p>
                      <a:pPr algn="l" latinLnBrk="1"/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</a:rPr>
                        <a:t>    - Indirect force control</a:t>
                      </a:r>
                      <a:endParaRPr lang="ko-KR" altLang="en-US" sz="110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071702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주차</a:t>
                      </a:r>
                      <a:endParaRPr lang="en-US" altLang="ko-KR" sz="110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(2023-12-11~</a:t>
                      </a:r>
                    </a:p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2023-12-15)</a:t>
                      </a:r>
                      <a:endParaRPr lang="ko-KR" altLang="en-US" sz="11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□ 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6 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축 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serial link robot safety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    - Collision detection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9886917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주차</a:t>
                      </a:r>
                      <a:endParaRPr lang="en-US" altLang="ko-KR" sz="110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(2023-12-18~</a:t>
                      </a:r>
                    </a:p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2023-12-22)</a:t>
                      </a:r>
                      <a:endParaRPr lang="ko-KR" altLang="en-US" sz="11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□ 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HCR 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제어 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SW 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소개</a:t>
                      </a:r>
                      <a:endParaRPr lang="en-US" altLang="ko-KR" sz="11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    - 2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세대 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HCR5, 3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세대 제어 </a:t>
                      </a: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</a:rPr>
                        <a:t>SW </a:t>
                      </a:r>
                      <a:r>
                        <a:rPr lang="ko-KR" altLang="en-US" sz="1100" baseline="0" dirty="0" smtClean="0">
                          <a:solidFill>
                            <a:schemeClr val="tx1"/>
                          </a:solidFill>
                        </a:rPr>
                        <a:t>구조</a:t>
                      </a: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</a:rPr>
                        <a:t> / APIs, </a:t>
                      </a:r>
                      <a:r>
                        <a:rPr lang="ko-KR" altLang="en-US" sz="1100" baseline="0" dirty="0" smtClean="0">
                          <a:solidFill>
                            <a:schemeClr val="tx1"/>
                          </a:solidFill>
                        </a:rPr>
                        <a:t>로봇 구동</a:t>
                      </a:r>
                      <a:endParaRPr lang="en-US" altLang="ko-KR" sz="1100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□ 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2024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년 개발 목표 공유</a:t>
                      </a:r>
                      <a:endParaRPr lang="en-US" altLang="ko-KR" sz="11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    - Robot force control, ROS, HCR 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충돌 감지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, Payload estimation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3694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0215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61851" y="418011"/>
            <a:ext cx="33005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dirty="0" smtClean="0"/>
              <a:t>OJT </a:t>
            </a:r>
            <a:r>
              <a:rPr lang="ko-KR" altLang="en-US" sz="5400" dirty="0" smtClean="0"/>
              <a:t>계획</a:t>
            </a:r>
            <a:endParaRPr lang="ko-KR" altLang="en-US" sz="5400" dirty="0"/>
          </a:p>
        </p:txBody>
      </p:sp>
      <p:sp>
        <p:nvSpPr>
          <p:cNvPr id="4" name="TextBox 3"/>
          <p:cNvSpPr txBox="1"/>
          <p:nvPr/>
        </p:nvSpPr>
        <p:spPr>
          <a:xfrm>
            <a:off x="661851" y="1829027"/>
            <a:ext cx="1020011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smtClean="0"/>
              <a:t>일정 </a:t>
            </a:r>
            <a:r>
              <a:rPr lang="en-US" altLang="ko-KR" dirty="0" smtClean="0"/>
              <a:t>: 2023-11-13 ~ 2023-12-22 (6</a:t>
            </a:r>
            <a:r>
              <a:rPr lang="ko-KR" altLang="en-US" dirty="0" smtClean="0"/>
              <a:t>주</a:t>
            </a:r>
            <a:r>
              <a:rPr lang="en-US" altLang="ko-KR" dirty="0" smtClean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smtClean="0"/>
              <a:t>방법 </a:t>
            </a:r>
            <a:r>
              <a:rPr lang="en-US" altLang="ko-KR" dirty="0" smtClean="0"/>
              <a:t>: </a:t>
            </a:r>
            <a:r>
              <a:rPr lang="ko-KR" altLang="en-US" dirty="0" smtClean="0"/>
              <a:t>강의 </a:t>
            </a:r>
            <a:r>
              <a:rPr lang="en-US" altLang="ko-KR" dirty="0" smtClean="0"/>
              <a:t>+ </a:t>
            </a:r>
            <a:r>
              <a:rPr lang="ko-KR" altLang="en-US" dirty="0" smtClean="0"/>
              <a:t>실습</a:t>
            </a:r>
            <a:endParaRPr lang="en-US" altLang="ko-KR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smtClean="0"/>
              <a:t>개발 환경 </a:t>
            </a:r>
            <a:r>
              <a:rPr lang="en-US" altLang="ko-KR" dirty="0" smtClean="0"/>
              <a:t>: </a:t>
            </a:r>
            <a:r>
              <a:rPr lang="en-US" altLang="ko-KR" dirty="0" err="1" smtClean="0"/>
              <a:t>Matlab</a:t>
            </a:r>
            <a:r>
              <a:rPr lang="en-US" altLang="ko-KR" dirty="0" smtClean="0"/>
              <a:t>(online version of </a:t>
            </a:r>
            <a:r>
              <a:rPr lang="en-US" altLang="ko-KR" smtClean="0"/>
              <a:t>MATLAB: h</a:t>
            </a:r>
            <a:r>
              <a:rPr lang="en-US" altLang="ko-KR" smtClean="0"/>
              <a:t>ttps</a:t>
            </a:r>
            <a:r>
              <a:rPr lang="en-US" altLang="ko-KR" dirty="0"/>
              <a:t>://matlab.mathworks.com</a:t>
            </a:r>
            <a:r>
              <a:rPr lang="en-US" altLang="ko-KR" dirty="0" smtClean="0"/>
              <a:t>), </a:t>
            </a:r>
            <a:r>
              <a:rPr lang="en-US" altLang="ko-KR" dirty="0" smtClean="0"/>
              <a:t>Visual studio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5504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39634" y="418011"/>
            <a:ext cx="115301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dirty="0" smtClean="0"/>
              <a:t>Serial link robot kinematic modeling</a:t>
            </a:r>
            <a:endParaRPr lang="ko-KR" altLang="en-US" sz="5400" dirty="0"/>
          </a:p>
        </p:txBody>
      </p:sp>
      <p:sp>
        <p:nvSpPr>
          <p:cNvPr id="4" name="TextBox 3"/>
          <p:cNvSpPr txBox="1"/>
          <p:nvPr/>
        </p:nvSpPr>
        <p:spPr>
          <a:xfrm>
            <a:off x="339634" y="1829027"/>
            <a:ext cx="555606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 smtClean="0"/>
              <a:t>내용 </a:t>
            </a:r>
            <a:r>
              <a:rPr lang="en-US" altLang="ko-KR" dirty="0" smtClean="0"/>
              <a:t>: 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altLang="ko-KR" dirty="0" smtClean="0"/>
              <a:t>DH parameters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altLang="ko-KR" dirty="0" smtClean="0"/>
              <a:t>SE(3)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altLang="ko-KR" dirty="0" smtClean="0"/>
              <a:t> Inverse kinematics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 smtClean="0"/>
              <a:t>자료 </a:t>
            </a:r>
            <a:r>
              <a:rPr lang="en-US" altLang="ko-KR" dirty="0" smtClean="0"/>
              <a:t>:</a:t>
            </a:r>
            <a:r>
              <a:rPr lang="ko-KR" altLang="en-US" dirty="0" smtClean="0"/>
              <a:t> </a:t>
            </a:r>
            <a:r>
              <a:rPr lang="en-US" altLang="ko-KR" dirty="0"/>
              <a:t>OJT\2</a:t>
            </a:r>
            <a:r>
              <a:rPr lang="ko-KR" altLang="en-US" dirty="0"/>
              <a:t>주차</a:t>
            </a:r>
            <a:r>
              <a:rPr lang="en-US" altLang="ko-KR" dirty="0"/>
              <a:t>_kinematics\documents</a:t>
            </a:r>
            <a:endParaRPr lang="en-US" altLang="ko-KR" dirty="0" smtClean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 smtClean="0"/>
              <a:t>코드 </a:t>
            </a:r>
            <a:r>
              <a:rPr lang="en-US" altLang="ko-KR" dirty="0"/>
              <a:t>: OJT\2</a:t>
            </a:r>
            <a:r>
              <a:rPr lang="ko-KR" altLang="en-US" dirty="0"/>
              <a:t>주차</a:t>
            </a:r>
            <a:r>
              <a:rPr lang="en-US" altLang="ko-KR" dirty="0"/>
              <a:t>_kinematics\codes</a:t>
            </a:r>
            <a:endParaRPr lang="en-US" altLang="ko-KR" dirty="0" smtClean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 smtClean="0"/>
              <a:t>실습 </a:t>
            </a:r>
            <a:r>
              <a:rPr lang="en-US" altLang="ko-KR" dirty="0" smtClean="0"/>
              <a:t>: OJT\2</a:t>
            </a:r>
            <a:r>
              <a:rPr lang="ko-KR" altLang="en-US" dirty="0"/>
              <a:t>주차</a:t>
            </a:r>
            <a:r>
              <a:rPr lang="en-US" altLang="ko-KR" dirty="0"/>
              <a:t>_kinematics\Project1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32947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39634" y="418011"/>
            <a:ext cx="115301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dirty="0" smtClean="0"/>
              <a:t>Serial link robot dynamic modeling</a:t>
            </a:r>
            <a:endParaRPr lang="ko-KR" altLang="en-US" sz="5400" dirty="0"/>
          </a:p>
        </p:txBody>
      </p:sp>
      <p:sp>
        <p:nvSpPr>
          <p:cNvPr id="4" name="TextBox 3"/>
          <p:cNvSpPr txBox="1"/>
          <p:nvPr/>
        </p:nvSpPr>
        <p:spPr>
          <a:xfrm>
            <a:off x="339634" y="1829027"/>
            <a:ext cx="555606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 smtClean="0"/>
              <a:t>내용 </a:t>
            </a:r>
            <a:r>
              <a:rPr lang="en-US" altLang="ko-KR" dirty="0" smtClean="0"/>
              <a:t>: 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altLang="ko-KR" dirty="0" smtClean="0"/>
              <a:t>Dynamic parameters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altLang="ko-KR" dirty="0" smtClean="0"/>
              <a:t>Dynamic torques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altLang="ko-KR" dirty="0" smtClean="0"/>
              <a:t>Dynamic parameter identification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 smtClean="0"/>
              <a:t>자료 </a:t>
            </a:r>
            <a:r>
              <a:rPr lang="en-US" altLang="ko-KR" dirty="0"/>
              <a:t>: </a:t>
            </a:r>
            <a:r>
              <a:rPr lang="en-US" altLang="ko-KR" dirty="0" smtClean="0"/>
              <a:t>OJT\3</a:t>
            </a:r>
            <a:r>
              <a:rPr lang="ko-KR" altLang="en-US" dirty="0"/>
              <a:t>주차</a:t>
            </a:r>
            <a:r>
              <a:rPr lang="en-US" altLang="ko-KR" dirty="0"/>
              <a:t>_dynamics\documents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 smtClean="0"/>
              <a:t>코드 </a:t>
            </a:r>
            <a:r>
              <a:rPr lang="en-US" altLang="ko-KR" dirty="0"/>
              <a:t>: </a:t>
            </a:r>
            <a:r>
              <a:rPr lang="en-US" altLang="ko-KR" dirty="0" smtClean="0"/>
              <a:t>OJT\3</a:t>
            </a:r>
            <a:r>
              <a:rPr lang="ko-KR" altLang="en-US" dirty="0"/>
              <a:t>주차</a:t>
            </a:r>
            <a:r>
              <a:rPr lang="en-US" altLang="ko-KR" dirty="0"/>
              <a:t>_dynamics\codes</a:t>
            </a:r>
            <a:endParaRPr lang="en-US" altLang="ko-KR" dirty="0" smtClean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 smtClean="0"/>
              <a:t>실습 </a:t>
            </a:r>
            <a:r>
              <a:rPr lang="en-US" altLang="ko-KR" dirty="0" smtClean="0"/>
              <a:t>: OJT\3</a:t>
            </a:r>
            <a:r>
              <a:rPr lang="ko-KR" altLang="en-US" dirty="0"/>
              <a:t>주차</a:t>
            </a:r>
            <a:r>
              <a:rPr lang="en-US" altLang="ko-KR" dirty="0"/>
              <a:t>_dynamics\Project2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1072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39634" y="418011"/>
            <a:ext cx="115301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dirty="0" smtClean="0"/>
              <a:t>Serial link robot force control</a:t>
            </a:r>
            <a:endParaRPr lang="ko-KR" altLang="en-US" sz="5400" dirty="0"/>
          </a:p>
        </p:txBody>
      </p:sp>
      <p:sp>
        <p:nvSpPr>
          <p:cNvPr id="4" name="TextBox 3"/>
          <p:cNvSpPr txBox="1"/>
          <p:nvPr/>
        </p:nvSpPr>
        <p:spPr>
          <a:xfrm>
            <a:off x="339634" y="1829027"/>
            <a:ext cx="555606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 smtClean="0"/>
              <a:t>내용 </a:t>
            </a:r>
            <a:r>
              <a:rPr lang="en-US" altLang="ko-KR" dirty="0" smtClean="0"/>
              <a:t>: 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altLang="ko-KR" dirty="0" smtClean="0"/>
              <a:t>Direct force control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altLang="ko-KR" dirty="0" smtClean="0"/>
              <a:t>Indirect force control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 smtClean="0"/>
              <a:t>자료 </a:t>
            </a:r>
            <a:r>
              <a:rPr lang="en-US" altLang="ko-KR" dirty="0" smtClean="0"/>
              <a:t>:</a:t>
            </a:r>
            <a:r>
              <a:rPr lang="ko-KR" altLang="en-US" dirty="0" smtClean="0"/>
              <a:t> </a:t>
            </a:r>
            <a:r>
              <a:rPr lang="en-US" altLang="ko-KR" dirty="0" smtClean="0"/>
              <a:t>OJT\4</a:t>
            </a:r>
            <a:r>
              <a:rPr lang="ko-KR" altLang="en-US" dirty="0"/>
              <a:t>주차</a:t>
            </a:r>
            <a:r>
              <a:rPr lang="en-US" altLang="ko-KR" dirty="0"/>
              <a:t>_control\documents</a:t>
            </a:r>
            <a:endParaRPr lang="en-US" altLang="ko-KR" dirty="0" smtClean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 smtClean="0"/>
              <a:t>코드 </a:t>
            </a:r>
            <a:r>
              <a:rPr lang="en-US" altLang="ko-KR" dirty="0"/>
              <a:t>: </a:t>
            </a:r>
            <a:r>
              <a:rPr lang="en-US" altLang="ko-KR" dirty="0" smtClean="0"/>
              <a:t>OJT\4</a:t>
            </a:r>
            <a:r>
              <a:rPr lang="ko-KR" altLang="en-US" dirty="0"/>
              <a:t>주차</a:t>
            </a:r>
            <a:r>
              <a:rPr lang="en-US" altLang="ko-KR" dirty="0"/>
              <a:t>_control\codes</a:t>
            </a:r>
            <a:endParaRPr lang="en-US" altLang="ko-KR" dirty="0" smtClean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 smtClean="0"/>
              <a:t>실습 </a:t>
            </a:r>
            <a:r>
              <a:rPr lang="en-US" altLang="ko-KR" dirty="0" smtClean="0"/>
              <a:t>: OJT\4</a:t>
            </a:r>
            <a:r>
              <a:rPr lang="ko-KR" altLang="en-US" dirty="0"/>
              <a:t>주차</a:t>
            </a:r>
            <a:r>
              <a:rPr lang="en-US" altLang="ko-KR" dirty="0"/>
              <a:t>_control\Project3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1374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39634" y="418011"/>
            <a:ext cx="115301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dirty="0" smtClean="0"/>
              <a:t>Robot safety</a:t>
            </a:r>
            <a:endParaRPr lang="ko-KR" altLang="en-US" sz="5400" dirty="0"/>
          </a:p>
        </p:txBody>
      </p:sp>
      <p:sp>
        <p:nvSpPr>
          <p:cNvPr id="4" name="TextBox 3"/>
          <p:cNvSpPr txBox="1"/>
          <p:nvPr/>
        </p:nvSpPr>
        <p:spPr>
          <a:xfrm>
            <a:off x="339634" y="1829027"/>
            <a:ext cx="555606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 smtClean="0"/>
              <a:t>내용 </a:t>
            </a:r>
            <a:r>
              <a:rPr lang="en-US" altLang="ko-KR" dirty="0" smtClean="0"/>
              <a:t>: 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altLang="ko-KR" dirty="0" smtClean="0"/>
              <a:t>Collision detection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 smtClean="0"/>
              <a:t>자료 </a:t>
            </a:r>
            <a:r>
              <a:rPr lang="en-US" altLang="ko-KR" dirty="0" smtClean="0"/>
              <a:t>:</a:t>
            </a:r>
            <a:r>
              <a:rPr lang="ko-KR" altLang="en-US" dirty="0" smtClean="0"/>
              <a:t> </a:t>
            </a:r>
            <a:r>
              <a:rPr lang="en-US" altLang="ko-KR" dirty="0"/>
              <a:t>OJT\5</a:t>
            </a:r>
            <a:r>
              <a:rPr lang="ko-KR" altLang="en-US" dirty="0"/>
              <a:t>주차</a:t>
            </a:r>
            <a:r>
              <a:rPr lang="en-US" altLang="ko-KR" dirty="0"/>
              <a:t>_</a:t>
            </a:r>
            <a:r>
              <a:rPr lang="en-US" altLang="ko-KR" dirty="0" smtClean="0"/>
              <a:t>safety\documents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 smtClean="0"/>
              <a:t>코드 </a:t>
            </a:r>
            <a:r>
              <a:rPr lang="en-US" altLang="ko-KR" dirty="0"/>
              <a:t>: </a:t>
            </a:r>
            <a:r>
              <a:rPr lang="en-US" altLang="ko-KR" dirty="0" smtClean="0"/>
              <a:t>OJT\5</a:t>
            </a:r>
            <a:r>
              <a:rPr lang="ko-KR" altLang="en-US" dirty="0"/>
              <a:t>주차</a:t>
            </a:r>
            <a:r>
              <a:rPr lang="en-US" altLang="ko-KR" dirty="0"/>
              <a:t>_</a:t>
            </a:r>
            <a:r>
              <a:rPr lang="en-US" altLang="ko-KR" dirty="0" smtClean="0"/>
              <a:t>safety\codes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 smtClean="0"/>
              <a:t>실습 </a:t>
            </a:r>
            <a:r>
              <a:rPr lang="en-US" altLang="ko-KR" dirty="0" smtClean="0"/>
              <a:t>: OJT\5</a:t>
            </a:r>
            <a:r>
              <a:rPr lang="ko-KR" altLang="en-US" dirty="0"/>
              <a:t>주차</a:t>
            </a:r>
            <a:r>
              <a:rPr lang="en-US" altLang="ko-KR" dirty="0"/>
              <a:t>_safety\Project4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07386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380</Words>
  <Application>Microsoft Office PowerPoint</Application>
  <PresentationFormat>와이드스크린</PresentationFormat>
  <Paragraphs>81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맑은 고딕</vt:lpstr>
      <vt:lpstr>Arial</vt:lpstr>
      <vt:lpstr>Wingdings</vt:lpstr>
      <vt:lpstr>Office 테마</vt:lpstr>
      <vt:lpstr>신규 인력 OJT 계획서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신규 인력 OJT</dc:title>
  <dc:creator>HANHWA</dc:creator>
  <cp:lastModifiedBy>HANHWA</cp:lastModifiedBy>
  <cp:revision>35</cp:revision>
  <dcterms:created xsi:type="dcterms:W3CDTF">2023-11-13T02:19:34Z</dcterms:created>
  <dcterms:modified xsi:type="dcterms:W3CDTF">2023-11-14T23:47:29Z</dcterms:modified>
</cp:coreProperties>
</file>